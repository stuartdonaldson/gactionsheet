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925300" cy="24003000"/>
  <p:notesSz cx="24003000" cy="119253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57200"/>
            <a:ext cx="11239500" cy="1672590"/>
          </a:xfrm>
          <a:prstGeom prst="roundRect">
            <a:avLst>
              <a:gd name="adj" fmla="val 11390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6770"/>
            <a:ext cx="933450" cy="933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3570" y="864394"/>
            <a:ext cx="2409825" cy="381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50" b="1" spc="14" kern="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Northlake UU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893570" y="1255871"/>
            <a:ext cx="24098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16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UNITARIAN UNIVERSALIST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93570" y="1484471"/>
            <a:ext cx="2190750" cy="9525"/>
          </a:xfrm>
          <a:prstGeom prst="rect">
            <a:avLst/>
          </a:prstGeom>
          <a:solidFill>
            <a:srgbClr val="E7E3D8"/>
          </a:solidFill>
          <a:ln/>
        </p:spPr>
      </p:sp>
      <p:sp>
        <p:nvSpPr>
          <p:cNvPr id="7" name="Text 4"/>
          <p:cNvSpPr/>
          <p:nvPr/>
        </p:nvSpPr>
        <p:spPr>
          <a:xfrm>
            <a:off x="1893570" y="1608296"/>
            <a:ext cx="2409825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34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SUITE · FINAL MARKS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59730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E5393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9730" y="1409938"/>
            <a:ext cx="526137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Red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5459730" y="1577102"/>
            <a:ext cx="42886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#E53935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31280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FB8C00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1280" y="1409938"/>
            <a:ext cx="701873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Orange</a:t>
            </a:r>
            <a:endParaRPr lang="en-US" sz="788" dirty="0"/>
          </a:p>
        </p:txBody>
      </p:sp>
      <p:sp>
        <p:nvSpPr>
          <p:cNvPr id="13" name="Text 10"/>
          <p:cNvSpPr/>
          <p:nvPr/>
        </p:nvSpPr>
        <p:spPr>
          <a:xfrm>
            <a:off x="6431280" y="1577102"/>
            <a:ext cx="44076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#FB8C00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402830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FDD83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2830" y="1409938"/>
            <a:ext cx="683300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Yellow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7402830" y="1577102"/>
            <a:ext cx="44791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#FDD835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74380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7CB342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74380" y="1409938"/>
            <a:ext cx="534353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Green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8374380" y="1577102"/>
            <a:ext cx="44100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#7CB342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9345930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1E88E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45930" y="1409938"/>
            <a:ext cx="491609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Blue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9345930" y="1577102"/>
            <a:ext cx="431482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#1E88E5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0317481" y="914638"/>
            <a:ext cx="876300" cy="438150"/>
          </a:xfrm>
          <a:prstGeom prst="roundRect">
            <a:avLst>
              <a:gd name="adj" fmla="val 19565"/>
            </a:avLst>
          </a:prstGeom>
          <a:solidFill>
            <a:srgbClr val="212121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17481" y="1409938"/>
            <a:ext cx="453628" cy="1481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88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10317481" y="1577102"/>
            <a:ext cx="42624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5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#212121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42900" y="2377440"/>
            <a:ext cx="11239500" cy="4099560"/>
          </a:xfrm>
          <a:prstGeom prst="roundRect">
            <a:avLst>
              <a:gd name="adj" fmla="val 4647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31520" y="2761297"/>
            <a:ext cx="1389709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PRIMARY MARK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2099667" y="2727960"/>
            <a:ext cx="681395" cy="171450"/>
          </a:xfrm>
          <a:prstGeom prst="roundRect">
            <a:avLst>
              <a:gd name="adj" fmla="val 50000"/>
            </a:avLst>
          </a:prstGeom>
          <a:solidFill>
            <a:srgbClr val="EEF5E4"/>
          </a:solidFill>
          <a:ln/>
        </p:spPr>
      </p:sp>
      <p:sp>
        <p:nvSpPr>
          <p:cNvPr id="29" name="Text 26"/>
          <p:cNvSpPr/>
          <p:nvPr/>
        </p:nvSpPr>
        <p:spPr>
          <a:xfrm>
            <a:off x="2185392" y="2766060"/>
            <a:ext cx="58614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90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" y="2985135"/>
            <a:ext cx="11508486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Suite Logo</a:t>
            </a:r>
            <a:endParaRPr lang="en-US" sz="2025" dirty="0"/>
          </a:p>
        </p:txBody>
      </p:sp>
      <p:sp>
        <p:nvSpPr>
          <p:cNvPr id="31" name="Text 28"/>
          <p:cNvSpPr/>
          <p:nvPr/>
        </p:nvSpPr>
        <p:spPr>
          <a:xfrm>
            <a:off x="731520" y="3306128"/>
            <a:ext cx="6915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emblem — flame of spirit rising from the lake, framed by the green ring of growth.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731520" y="3768090"/>
            <a:ext cx="2857500" cy="2358390"/>
          </a:xfrm>
          <a:prstGeom prst="roundRect">
            <a:avLst>
              <a:gd name="adj" fmla="val 6462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45" y="4061460"/>
            <a:ext cx="1771650" cy="177165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3855720" y="3768090"/>
            <a:ext cx="7338060" cy="1133475"/>
          </a:xfrm>
          <a:prstGeom prst="roundRect">
            <a:avLst>
              <a:gd name="adj" fmla="val 13445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0" y="4058603"/>
            <a:ext cx="552450" cy="55245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834890" y="4130040"/>
            <a:ext cx="166762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Northlake UU</a:t>
            </a:r>
            <a:endParaRPr lang="en-US" sz="2025" dirty="0"/>
          </a:p>
        </p:txBody>
      </p:sp>
      <p:sp>
        <p:nvSpPr>
          <p:cNvPr id="37" name="Text 32"/>
          <p:cNvSpPr/>
          <p:nvPr/>
        </p:nvSpPr>
        <p:spPr>
          <a:xfrm>
            <a:off x="4834890" y="4444365"/>
            <a:ext cx="166762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8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SUITE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10060781" y="4277678"/>
            <a:ext cx="9348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A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lockup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855720" y="5053965"/>
            <a:ext cx="2068592" cy="1072515"/>
          </a:xfrm>
          <a:prstGeom prst="roundRect">
            <a:avLst>
              <a:gd name="adj" fmla="val 14210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66" y="5233035"/>
            <a:ext cx="495300" cy="4953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687491" y="5842635"/>
            <a:ext cx="48113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50" kern="0" dirty="0">
                <a:solidFill>
                  <a:srgbClr val="A8A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825" dirty="0"/>
          </a:p>
        </p:txBody>
      </p:sp>
      <p:sp>
        <p:nvSpPr>
          <p:cNvPr id="42" name="Shape 36"/>
          <p:cNvSpPr/>
          <p:nvPr/>
        </p:nvSpPr>
        <p:spPr>
          <a:xfrm>
            <a:off x="6076712" y="5053965"/>
            <a:ext cx="2068592" cy="1072515"/>
          </a:xfrm>
          <a:prstGeom prst="roundRect">
            <a:avLst>
              <a:gd name="adj" fmla="val 14210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949083" y="531876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7CB342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658" y="5347335"/>
            <a:ext cx="266700" cy="2667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897053" y="5756910"/>
            <a:ext cx="50399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50" kern="0" dirty="0">
                <a:solidFill>
                  <a:srgbClr val="A8A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</a:t>
            </a:r>
            <a:endParaRPr lang="en-US" sz="825" dirty="0"/>
          </a:p>
        </p:txBody>
      </p:sp>
      <p:sp>
        <p:nvSpPr>
          <p:cNvPr id="46" name="Shape 39"/>
          <p:cNvSpPr/>
          <p:nvPr/>
        </p:nvSpPr>
        <p:spPr>
          <a:xfrm>
            <a:off x="8297704" y="5053965"/>
            <a:ext cx="2895957" cy="1072515"/>
          </a:xfrm>
          <a:prstGeom prst="roundRect">
            <a:avLst>
              <a:gd name="adj" fmla="val 14210"/>
            </a:avLst>
          </a:prstGeom>
          <a:solidFill>
            <a:srgbClr val="212121"/>
          </a:solidFill>
          <a:ln w="7620">
            <a:solidFill>
              <a:srgbClr val="212121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958" y="5380673"/>
            <a:ext cx="419100" cy="41910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539883" y="5447348"/>
            <a:ext cx="10307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Northlake UU</a:t>
            </a:r>
            <a:endParaRPr lang="en-US" sz="1275" dirty="0"/>
          </a:p>
        </p:txBody>
      </p:sp>
      <p:sp>
        <p:nvSpPr>
          <p:cNvPr id="49" name="Text 41"/>
          <p:cNvSpPr/>
          <p:nvPr/>
        </p:nvSpPr>
        <p:spPr>
          <a:xfrm>
            <a:off x="9539883" y="5656898"/>
            <a:ext cx="1030724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spc="120" kern="0" dirty="0">
                <a:solidFill>
                  <a:srgbClr val="9C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SUITE</a:t>
            </a:r>
            <a:endParaRPr lang="en-US" sz="600" dirty="0"/>
          </a:p>
        </p:txBody>
      </p:sp>
      <p:sp>
        <p:nvSpPr>
          <p:cNvPr id="50" name="Shape 42"/>
          <p:cNvSpPr/>
          <p:nvPr/>
        </p:nvSpPr>
        <p:spPr>
          <a:xfrm>
            <a:off x="342900" y="6724650"/>
            <a:ext cx="11239500" cy="396621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sp>
        <p:nvSpPr>
          <p:cNvPr id="51" name="Text 43"/>
          <p:cNvSpPr/>
          <p:nvPr/>
        </p:nvSpPr>
        <p:spPr>
          <a:xfrm>
            <a:off x="731520" y="7108507"/>
            <a:ext cx="1580793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SUB-BRAND MARK</a:t>
            </a:r>
            <a:endParaRPr lang="en-US" sz="825" dirty="0"/>
          </a:p>
        </p:txBody>
      </p:sp>
      <p:sp>
        <p:nvSpPr>
          <p:cNvPr id="52" name="Shape 44"/>
          <p:cNvSpPr/>
          <p:nvPr/>
        </p:nvSpPr>
        <p:spPr>
          <a:xfrm>
            <a:off x="2273379" y="7075170"/>
            <a:ext cx="681395" cy="171450"/>
          </a:xfrm>
          <a:prstGeom prst="roundRect">
            <a:avLst>
              <a:gd name="adj" fmla="val 50000"/>
            </a:avLst>
          </a:prstGeom>
          <a:solidFill>
            <a:srgbClr val="EEF5E4"/>
          </a:solidFill>
          <a:ln/>
        </p:spPr>
      </p:sp>
      <p:sp>
        <p:nvSpPr>
          <p:cNvPr id="53" name="Text 45"/>
          <p:cNvSpPr/>
          <p:nvPr/>
        </p:nvSpPr>
        <p:spPr>
          <a:xfrm>
            <a:off x="2359104" y="7113270"/>
            <a:ext cx="58614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90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731520" y="7332345"/>
            <a:ext cx="11508486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 Tool Logo</a:t>
            </a:r>
            <a:endParaRPr lang="en-US" sz="2025" dirty="0"/>
          </a:p>
        </p:txBody>
      </p:sp>
      <p:sp>
        <p:nvSpPr>
          <p:cNvPr id="55" name="Text 47"/>
          <p:cNvSpPr/>
          <p:nvPr/>
        </p:nvSpPr>
        <p:spPr>
          <a:xfrm>
            <a:off x="731520" y="7653337"/>
            <a:ext cx="6915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for the work, flame for the spirit behind it.</a:t>
            </a:r>
            <a:endParaRPr lang="en-US" sz="1125" dirty="0"/>
          </a:p>
        </p:txBody>
      </p:sp>
      <p:sp>
        <p:nvSpPr>
          <p:cNvPr id="56" name="Shape 48"/>
          <p:cNvSpPr/>
          <p:nvPr/>
        </p:nvSpPr>
        <p:spPr>
          <a:xfrm>
            <a:off x="731520" y="8115300"/>
            <a:ext cx="2857500" cy="2225040"/>
          </a:xfrm>
          <a:prstGeom prst="roundRect">
            <a:avLst>
              <a:gd name="adj" fmla="val 6849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1120" y="8408670"/>
            <a:ext cx="1638300" cy="1638300"/>
          </a:xfrm>
          <a:prstGeom prst="rect">
            <a:avLst/>
          </a:prstGeom>
        </p:spPr>
      </p:pic>
      <p:sp>
        <p:nvSpPr>
          <p:cNvPr id="58" name="Shape 49"/>
          <p:cNvSpPr/>
          <p:nvPr/>
        </p:nvSpPr>
        <p:spPr>
          <a:xfrm>
            <a:off x="3855720" y="8451532"/>
            <a:ext cx="7338060" cy="986790"/>
          </a:xfrm>
          <a:prstGeom prst="roundRect">
            <a:avLst>
              <a:gd name="adj" fmla="val 15444"/>
            </a:avLst>
          </a:prstGeom>
          <a:solidFill>
            <a:srgbClr val="FBFAF6"/>
          </a:solidFill>
          <a:ln w="7620">
            <a:solidFill>
              <a:srgbClr val="ECE7DB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0040" y="8706803"/>
            <a:ext cx="476250" cy="47625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4758690" y="8752047"/>
            <a:ext cx="1690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</a:t>
            </a:r>
            <a:endParaRPr lang="en-US" sz="1875" dirty="0"/>
          </a:p>
        </p:txBody>
      </p:sp>
      <p:sp>
        <p:nvSpPr>
          <p:cNvPr id="61" name="Text 51"/>
          <p:cNvSpPr/>
          <p:nvPr/>
        </p:nvSpPr>
        <p:spPr>
          <a:xfrm>
            <a:off x="4758690" y="9047322"/>
            <a:ext cx="1690676" cy="128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3" b="1" spc="142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NORTHLAKE UU TOOL SUITE</a:t>
            </a:r>
            <a:endParaRPr lang="en-US" sz="713" dirty="0"/>
          </a:p>
        </p:txBody>
      </p:sp>
      <p:sp>
        <p:nvSpPr>
          <p:cNvPr id="62" name="Text 52"/>
          <p:cNvSpPr/>
          <p:nvPr/>
        </p:nvSpPr>
        <p:spPr>
          <a:xfrm>
            <a:off x="10377726" y="8887778"/>
            <a:ext cx="6179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A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lockup</a:t>
            </a:r>
            <a:endParaRPr lang="en-US" sz="900" dirty="0"/>
          </a:p>
        </p:txBody>
      </p:sp>
      <p:sp>
        <p:nvSpPr>
          <p:cNvPr id="63" name="Text 53"/>
          <p:cNvSpPr/>
          <p:nvPr/>
        </p:nvSpPr>
        <p:spPr>
          <a:xfrm>
            <a:off x="3893820" y="9590723"/>
            <a:ext cx="748200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clipboard reads instantly as task management, while the gradient flame ties it back to the suite emblem — consistent at app-icon scale and in a sidebar.</a:t>
            </a:r>
            <a:endParaRPr lang="en-US" sz="1050" dirty="0"/>
          </a:p>
        </p:txBody>
      </p:sp>
      <p:sp>
        <p:nvSpPr>
          <p:cNvPr id="64" name="Shape 54"/>
          <p:cNvSpPr/>
          <p:nvPr/>
        </p:nvSpPr>
        <p:spPr>
          <a:xfrm>
            <a:off x="342900" y="10938510"/>
            <a:ext cx="11239500" cy="6277689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sp>
        <p:nvSpPr>
          <p:cNvPr id="65" name="Text 55"/>
          <p:cNvSpPr/>
          <p:nvPr/>
        </p:nvSpPr>
        <p:spPr>
          <a:xfrm>
            <a:off x="731520" y="11289031"/>
            <a:ext cx="1150848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STATUS SYSTEM</a:t>
            </a:r>
            <a:endParaRPr lang="en-US" sz="825" dirty="0"/>
          </a:p>
        </p:txBody>
      </p:sp>
      <p:sp>
        <p:nvSpPr>
          <p:cNvPr id="66" name="Text 56"/>
          <p:cNvSpPr/>
          <p:nvPr/>
        </p:nvSpPr>
        <p:spPr>
          <a:xfrm>
            <a:off x="731520" y="11479531"/>
            <a:ext cx="11508486" cy="320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 Status Icons</a:t>
            </a:r>
            <a:endParaRPr lang="en-US" sz="2025" dirty="0"/>
          </a:p>
        </p:txBody>
      </p:sp>
      <p:sp>
        <p:nvSpPr>
          <p:cNvPr id="67" name="Text 57"/>
          <p:cNvSpPr/>
          <p:nvPr/>
        </p:nvSpPr>
        <p:spPr>
          <a:xfrm>
            <a:off x="731520" y="11800523"/>
            <a:ext cx="69151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states across the lifecycle of a task, color-coded for instant reading.</a:t>
            </a:r>
            <a:endParaRPr lang="en-US" sz="1125" dirty="0"/>
          </a:p>
        </p:txBody>
      </p:sp>
      <p:sp>
        <p:nvSpPr>
          <p:cNvPr id="68" name="Shape 58"/>
          <p:cNvSpPr/>
          <p:nvPr/>
        </p:nvSpPr>
        <p:spPr>
          <a:xfrm>
            <a:off x="731520" y="12262485"/>
            <a:ext cx="1616631" cy="1699974"/>
          </a:xfrm>
          <a:prstGeom prst="roundRect">
            <a:avLst>
              <a:gd name="adj" fmla="val 9427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1187410" y="12479656"/>
            <a:ext cx="704850" cy="704850"/>
          </a:xfrm>
          <a:prstGeom prst="ellipse">
            <a:avLst/>
          </a:prstGeom>
          <a:solidFill>
            <a:srgbClr val="EEF5E4"/>
          </a:solidFill>
          <a:ln/>
        </p:spPr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0285" y="12622531"/>
            <a:ext cx="419100" cy="419100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1329333" y="13308331"/>
            <a:ext cx="4210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1200" dirty="0"/>
          </a:p>
        </p:txBody>
      </p:sp>
      <p:sp>
        <p:nvSpPr>
          <p:cNvPr id="72" name="Text 61"/>
          <p:cNvSpPr/>
          <p:nvPr/>
        </p:nvSpPr>
        <p:spPr>
          <a:xfrm>
            <a:off x="1131213" y="13584556"/>
            <a:ext cx="817245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</a:t>
            </a:r>
            <a:endParaRPr lang="en-US" sz="938" dirty="0"/>
          </a:p>
        </p:txBody>
      </p:sp>
      <p:sp>
        <p:nvSpPr>
          <p:cNvPr id="73" name="Shape 62"/>
          <p:cNvSpPr/>
          <p:nvPr/>
        </p:nvSpPr>
        <p:spPr>
          <a:xfrm>
            <a:off x="2500551" y="12262485"/>
            <a:ext cx="1616750" cy="1699974"/>
          </a:xfrm>
          <a:prstGeom prst="roundRect">
            <a:avLst>
              <a:gd name="adj" fmla="val 9426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2956441" y="12479656"/>
            <a:ext cx="704850" cy="704850"/>
          </a:xfrm>
          <a:prstGeom prst="ellipse">
            <a:avLst/>
          </a:prstGeom>
          <a:solidFill>
            <a:srgbClr val="FFF1DF"/>
          </a:solidFill>
          <a:ln/>
        </p:spPr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9316" y="12622531"/>
            <a:ext cx="419100" cy="419100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2922984" y="13308331"/>
            <a:ext cx="771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77" name="Text 65"/>
          <p:cNvSpPr/>
          <p:nvPr/>
        </p:nvSpPr>
        <p:spPr>
          <a:xfrm>
            <a:off x="3002875" y="13584556"/>
            <a:ext cx="612100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Underway</a:t>
            </a:r>
            <a:endParaRPr lang="en-US" sz="938" dirty="0"/>
          </a:p>
        </p:txBody>
      </p:sp>
      <p:sp>
        <p:nvSpPr>
          <p:cNvPr id="78" name="Shape 66"/>
          <p:cNvSpPr/>
          <p:nvPr/>
        </p:nvSpPr>
        <p:spPr>
          <a:xfrm>
            <a:off x="4269700" y="12262485"/>
            <a:ext cx="1616750" cy="1699974"/>
          </a:xfrm>
          <a:prstGeom prst="roundRect">
            <a:avLst>
              <a:gd name="adj" fmla="val 9426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79" name="Shape 67"/>
          <p:cNvSpPr/>
          <p:nvPr/>
        </p:nvSpPr>
        <p:spPr>
          <a:xfrm>
            <a:off x="4725591" y="12479656"/>
            <a:ext cx="704850" cy="704850"/>
          </a:xfrm>
          <a:prstGeom prst="ellipse">
            <a:avLst/>
          </a:prstGeom>
          <a:solidFill>
            <a:srgbClr val="E3F0FC"/>
          </a:solidFill>
          <a:ln/>
        </p:spPr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8466" y="12622531"/>
            <a:ext cx="419100" cy="419100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4809768" y="13308331"/>
            <a:ext cx="5366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200" dirty="0"/>
          </a:p>
        </p:txBody>
      </p:sp>
      <p:sp>
        <p:nvSpPr>
          <p:cNvPr id="82" name="Text 69"/>
          <p:cNvSpPr/>
          <p:nvPr/>
        </p:nvSpPr>
        <p:spPr>
          <a:xfrm>
            <a:off x="4692491" y="13584556"/>
            <a:ext cx="77104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look</a:t>
            </a:r>
            <a:endParaRPr lang="en-US" sz="938" dirty="0"/>
          </a:p>
        </p:txBody>
      </p:sp>
      <p:sp>
        <p:nvSpPr>
          <p:cNvPr id="83" name="Shape 70"/>
          <p:cNvSpPr/>
          <p:nvPr/>
        </p:nvSpPr>
        <p:spPr>
          <a:xfrm>
            <a:off x="6038850" y="12262485"/>
            <a:ext cx="1616631" cy="1699974"/>
          </a:xfrm>
          <a:prstGeom prst="roundRect">
            <a:avLst>
              <a:gd name="adj" fmla="val 9427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84" name="Shape 71"/>
          <p:cNvSpPr/>
          <p:nvPr/>
        </p:nvSpPr>
        <p:spPr>
          <a:xfrm>
            <a:off x="7214473" y="12384406"/>
            <a:ext cx="319088" cy="138113"/>
          </a:xfrm>
          <a:prstGeom prst="roundRect">
            <a:avLst>
              <a:gd name="adj" fmla="val 50000"/>
            </a:avLst>
          </a:prstGeom>
          <a:solidFill>
            <a:srgbClr val="E6F0E6"/>
          </a:solidFill>
          <a:ln/>
        </p:spPr>
      </p:sp>
      <p:sp>
        <p:nvSpPr>
          <p:cNvPr id="85" name="Text 72"/>
          <p:cNvSpPr/>
          <p:nvPr/>
        </p:nvSpPr>
        <p:spPr>
          <a:xfrm>
            <a:off x="7243048" y="12412981"/>
            <a:ext cx="261937" cy="119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8" b="1" spc="64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638" dirty="0"/>
          </a:p>
        </p:txBody>
      </p:sp>
      <p:sp>
        <p:nvSpPr>
          <p:cNvPr id="86" name="Shape 73"/>
          <p:cNvSpPr/>
          <p:nvPr/>
        </p:nvSpPr>
        <p:spPr>
          <a:xfrm>
            <a:off x="6494740" y="12479656"/>
            <a:ext cx="704850" cy="704850"/>
          </a:xfrm>
          <a:prstGeom prst="ellipse">
            <a:avLst/>
          </a:prstGeom>
          <a:solidFill>
            <a:srgbClr val="E6F0E6"/>
          </a:solidFill>
          <a:ln/>
        </p:spPr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7615" y="12622531"/>
            <a:ext cx="419100" cy="419100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6639639" y="13308331"/>
            <a:ext cx="4150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200" dirty="0"/>
          </a:p>
        </p:txBody>
      </p:sp>
      <p:sp>
        <p:nvSpPr>
          <p:cNvPr id="89" name="Text 75"/>
          <p:cNvSpPr/>
          <p:nvPr/>
        </p:nvSpPr>
        <p:spPr>
          <a:xfrm>
            <a:off x="6263164" y="13584556"/>
            <a:ext cx="1168003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&amp; approved</a:t>
            </a:r>
            <a:endParaRPr lang="en-US" sz="938" dirty="0"/>
          </a:p>
        </p:txBody>
      </p:sp>
      <p:sp>
        <p:nvSpPr>
          <p:cNvPr id="90" name="Shape 76"/>
          <p:cNvSpPr/>
          <p:nvPr/>
        </p:nvSpPr>
        <p:spPr>
          <a:xfrm>
            <a:off x="7807881" y="12262485"/>
            <a:ext cx="1616750" cy="1699974"/>
          </a:xfrm>
          <a:prstGeom prst="roundRect">
            <a:avLst>
              <a:gd name="adj" fmla="val 9426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91" name="Shape 77"/>
          <p:cNvSpPr/>
          <p:nvPr/>
        </p:nvSpPr>
        <p:spPr>
          <a:xfrm>
            <a:off x="8263771" y="12479656"/>
            <a:ext cx="704850" cy="704850"/>
          </a:xfrm>
          <a:prstGeom prst="ellipse">
            <a:avLst/>
          </a:prstGeom>
          <a:solidFill>
            <a:srgbClr val="EEF0F1"/>
          </a:solidFill>
          <a:ln/>
        </p:spPr>
      </p:sp>
      <p:pic>
        <p:nvPicPr>
          <p:cNvPr id="9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6646" y="12622531"/>
            <a:ext cx="419100" cy="419100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8368070" y="13308331"/>
            <a:ext cx="4963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</a:t>
            </a:r>
            <a:endParaRPr lang="en-US" sz="1200" dirty="0"/>
          </a:p>
        </p:txBody>
      </p:sp>
      <p:sp>
        <p:nvSpPr>
          <p:cNvPr id="94" name="Text 79"/>
          <p:cNvSpPr/>
          <p:nvPr/>
        </p:nvSpPr>
        <p:spPr>
          <a:xfrm>
            <a:off x="8346520" y="13584556"/>
            <a:ext cx="539353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</a:t>
            </a:r>
            <a:endParaRPr lang="en-US" sz="938" dirty="0"/>
          </a:p>
        </p:txBody>
      </p:sp>
      <p:sp>
        <p:nvSpPr>
          <p:cNvPr id="95" name="Shape 80"/>
          <p:cNvSpPr/>
          <p:nvPr/>
        </p:nvSpPr>
        <p:spPr>
          <a:xfrm>
            <a:off x="9577031" y="12262485"/>
            <a:ext cx="1616750" cy="1699974"/>
          </a:xfrm>
          <a:prstGeom prst="roundRect">
            <a:avLst>
              <a:gd name="adj" fmla="val 9426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10032921" y="12479656"/>
            <a:ext cx="704850" cy="704850"/>
          </a:xfrm>
          <a:prstGeom prst="ellipse">
            <a:avLst/>
          </a:prstGeom>
          <a:solidFill>
            <a:srgbClr val="EEF0F1"/>
          </a:solidFill>
          <a:ln/>
        </p:spPr>
      </p:sp>
      <p:pic>
        <p:nvPicPr>
          <p:cNvPr id="9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5796" y="12622531"/>
            <a:ext cx="419100" cy="419100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0032683" y="13308331"/>
            <a:ext cx="7054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</a:t>
            </a:r>
            <a:endParaRPr lang="en-US" sz="1200" dirty="0"/>
          </a:p>
        </p:txBody>
      </p:sp>
      <p:sp>
        <p:nvSpPr>
          <p:cNvPr id="99" name="Text 83"/>
          <p:cNvSpPr/>
          <p:nvPr/>
        </p:nvSpPr>
        <p:spPr>
          <a:xfrm>
            <a:off x="10036255" y="13584556"/>
            <a:ext cx="698183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Unspecified</a:t>
            </a:r>
            <a:endParaRPr lang="en-US" sz="938" dirty="0"/>
          </a:p>
        </p:txBody>
      </p:sp>
      <p:sp>
        <p:nvSpPr>
          <p:cNvPr id="100" name="Shape 84"/>
          <p:cNvSpPr/>
          <p:nvPr/>
        </p:nvSpPr>
        <p:spPr>
          <a:xfrm>
            <a:off x="731520" y="14210109"/>
            <a:ext cx="10462260" cy="2655570"/>
          </a:xfrm>
          <a:prstGeom prst="roundRect">
            <a:avLst>
              <a:gd name="adj" fmla="val 5739"/>
            </a:avLst>
          </a:prstGeom>
          <a:ln w="7620">
            <a:solidFill>
              <a:srgbClr val="ECE7DB"/>
            </a:solidFill>
            <a:prstDash val="solid"/>
          </a:ln>
        </p:spPr>
      </p:sp>
      <p:sp>
        <p:nvSpPr>
          <p:cNvPr id="101" name="Shape 85"/>
          <p:cNvSpPr/>
          <p:nvPr/>
        </p:nvSpPr>
        <p:spPr>
          <a:xfrm>
            <a:off x="739140" y="14217730"/>
            <a:ext cx="10447020" cy="48387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102" name="Shape 86"/>
          <p:cNvSpPr/>
          <p:nvPr/>
        </p:nvSpPr>
        <p:spPr>
          <a:xfrm>
            <a:off x="739140" y="14693980"/>
            <a:ext cx="10447020" cy="9525"/>
          </a:xfrm>
          <a:prstGeom prst="rect">
            <a:avLst/>
          </a:prstGeom>
          <a:solidFill>
            <a:srgbClr val="ECE7DB"/>
          </a:solidFill>
          <a:ln/>
        </p:spPr>
      </p:sp>
      <p:pic>
        <p:nvPicPr>
          <p:cNvPr id="10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690" y="14351080"/>
            <a:ext cx="209550" cy="209550"/>
          </a:xfrm>
          <a:prstGeom prst="rect">
            <a:avLst/>
          </a:prstGeom>
        </p:spPr>
      </p:pic>
      <p:sp>
        <p:nvSpPr>
          <p:cNvPr id="104" name="Text 87"/>
          <p:cNvSpPr/>
          <p:nvPr/>
        </p:nvSpPr>
        <p:spPr>
          <a:xfrm>
            <a:off x="1263015" y="14389180"/>
            <a:ext cx="7896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A3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050" dirty="0"/>
          </a:p>
        </p:txBody>
      </p:sp>
      <p:sp>
        <p:nvSpPr>
          <p:cNvPr id="105" name="Text 88"/>
          <p:cNvSpPr/>
          <p:nvPr/>
        </p:nvSpPr>
        <p:spPr>
          <a:xfrm>
            <a:off x="2081212" y="14398705"/>
            <a:ext cx="6657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A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 context</a:t>
            </a:r>
            <a:endParaRPr lang="en-US" sz="900" dirty="0"/>
          </a:p>
        </p:txBody>
      </p:sp>
      <p:sp>
        <p:nvSpPr>
          <p:cNvPr id="106" name="Shape 89"/>
          <p:cNvSpPr/>
          <p:nvPr/>
        </p:nvSpPr>
        <p:spPr>
          <a:xfrm>
            <a:off x="739140" y="15234999"/>
            <a:ext cx="10447020" cy="9525"/>
          </a:xfrm>
          <a:prstGeom prst="rect">
            <a:avLst/>
          </a:prstGeom>
          <a:solidFill>
            <a:srgbClr val="F1EDE3"/>
          </a:solidFill>
          <a:ln/>
        </p:spPr>
      </p:sp>
      <p:pic>
        <p:nvPicPr>
          <p:cNvPr id="10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8690" y="14844474"/>
            <a:ext cx="247650" cy="247650"/>
          </a:xfrm>
          <a:prstGeom prst="rect">
            <a:avLst/>
          </a:prstGeom>
        </p:spPr>
      </p:pic>
      <p:sp>
        <p:nvSpPr>
          <p:cNvPr id="108" name="Text 90"/>
          <p:cNvSpPr/>
          <p:nvPr/>
        </p:nvSpPr>
        <p:spPr>
          <a:xfrm>
            <a:off x="1329690" y="14899243"/>
            <a:ext cx="9466683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8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newsletter banner</a:t>
            </a:r>
            <a:endParaRPr lang="en-US" sz="1088" dirty="0"/>
          </a:p>
        </p:txBody>
      </p:sp>
      <p:sp>
        <p:nvSpPr>
          <p:cNvPr id="109" name="Shape 91"/>
          <p:cNvSpPr/>
          <p:nvPr/>
        </p:nvSpPr>
        <p:spPr>
          <a:xfrm>
            <a:off x="10069116" y="14858762"/>
            <a:ext cx="907494" cy="219075"/>
          </a:xfrm>
          <a:prstGeom prst="roundRect">
            <a:avLst>
              <a:gd name="adj" fmla="val 50000"/>
            </a:avLst>
          </a:prstGeom>
          <a:solidFill>
            <a:srgbClr val="FFF1DF"/>
          </a:solidFill>
          <a:ln/>
        </p:spPr>
      </p:sp>
      <p:sp>
        <p:nvSpPr>
          <p:cNvPr id="110" name="Text 92"/>
          <p:cNvSpPr/>
          <p:nvPr/>
        </p:nvSpPr>
        <p:spPr>
          <a:xfrm>
            <a:off x="10183416" y="14915912"/>
            <a:ext cx="75509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50" kern="0" dirty="0">
                <a:solidFill>
                  <a:srgbClr val="C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111" name="Shape 93"/>
          <p:cNvSpPr/>
          <p:nvPr/>
        </p:nvSpPr>
        <p:spPr>
          <a:xfrm>
            <a:off x="739140" y="15776020"/>
            <a:ext cx="10447020" cy="9525"/>
          </a:xfrm>
          <a:prstGeom prst="rect">
            <a:avLst/>
          </a:prstGeom>
          <a:solidFill>
            <a:srgbClr val="F1EDE3"/>
          </a:solidFill>
          <a:ln/>
        </p:spPr>
      </p:sp>
      <p:pic>
        <p:nvPicPr>
          <p:cNvPr id="1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690" y="15385495"/>
            <a:ext cx="247650" cy="247650"/>
          </a:xfrm>
          <a:prstGeom prst="rect">
            <a:avLst/>
          </a:prstGeom>
        </p:spPr>
      </p:pic>
      <p:sp>
        <p:nvSpPr>
          <p:cNvPr id="113" name="Text 94"/>
          <p:cNvSpPr/>
          <p:nvPr/>
        </p:nvSpPr>
        <p:spPr>
          <a:xfrm>
            <a:off x="1329690" y="15440263"/>
            <a:ext cx="9793188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8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welcome page copy</a:t>
            </a:r>
            <a:endParaRPr lang="en-US" sz="1088" dirty="0"/>
          </a:p>
        </p:txBody>
      </p:sp>
      <p:sp>
        <p:nvSpPr>
          <p:cNvPr id="114" name="Shape 95"/>
          <p:cNvSpPr/>
          <p:nvPr/>
        </p:nvSpPr>
        <p:spPr>
          <a:xfrm>
            <a:off x="10365938" y="15399782"/>
            <a:ext cx="610672" cy="219075"/>
          </a:xfrm>
          <a:prstGeom prst="roundRect">
            <a:avLst>
              <a:gd name="adj" fmla="val 50000"/>
            </a:avLst>
          </a:prstGeom>
          <a:solidFill>
            <a:srgbClr val="E3F0FC"/>
          </a:solidFill>
          <a:ln/>
        </p:spPr>
      </p:sp>
      <p:sp>
        <p:nvSpPr>
          <p:cNvPr id="115" name="Text 96"/>
          <p:cNvSpPr/>
          <p:nvPr/>
        </p:nvSpPr>
        <p:spPr>
          <a:xfrm>
            <a:off x="10480238" y="15456932"/>
            <a:ext cx="45827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50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25" dirty="0"/>
          </a:p>
        </p:txBody>
      </p:sp>
      <p:sp>
        <p:nvSpPr>
          <p:cNvPr id="116" name="Shape 97"/>
          <p:cNvSpPr/>
          <p:nvPr/>
        </p:nvSpPr>
        <p:spPr>
          <a:xfrm>
            <a:off x="739140" y="16317040"/>
            <a:ext cx="10447020" cy="9525"/>
          </a:xfrm>
          <a:prstGeom prst="rect">
            <a:avLst/>
          </a:prstGeom>
          <a:solidFill>
            <a:srgbClr val="F1EDE3"/>
          </a:solidFill>
          <a:ln/>
        </p:spPr>
      </p:sp>
      <p:pic>
        <p:nvPicPr>
          <p:cNvPr id="11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8690" y="15926515"/>
            <a:ext cx="247650" cy="247650"/>
          </a:xfrm>
          <a:prstGeom prst="rect">
            <a:avLst/>
          </a:prstGeom>
        </p:spPr>
      </p:pic>
      <p:sp>
        <p:nvSpPr>
          <p:cNvPr id="118" name="Text 98"/>
          <p:cNvSpPr/>
          <p:nvPr/>
        </p:nvSpPr>
        <p:spPr>
          <a:xfrm>
            <a:off x="1329690" y="15981284"/>
            <a:ext cx="9903202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8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Sanctuary AV checklist</a:t>
            </a:r>
            <a:endParaRPr lang="en-US" sz="1088" dirty="0"/>
          </a:p>
        </p:txBody>
      </p:sp>
      <p:sp>
        <p:nvSpPr>
          <p:cNvPr id="119" name="Shape 99"/>
          <p:cNvSpPr/>
          <p:nvPr/>
        </p:nvSpPr>
        <p:spPr>
          <a:xfrm>
            <a:off x="10465951" y="15940803"/>
            <a:ext cx="510659" cy="219075"/>
          </a:xfrm>
          <a:prstGeom prst="roundRect">
            <a:avLst>
              <a:gd name="adj" fmla="val 50000"/>
            </a:avLst>
          </a:prstGeom>
          <a:solidFill>
            <a:srgbClr val="EEF5E4"/>
          </a:solidFill>
          <a:ln/>
        </p:spPr>
      </p:sp>
      <p:sp>
        <p:nvSpPr>
          <p:cNvPr id="120" name="Text 100"/>
          <p:cNvSpPr/>
          <p:nvPr/>
        </p:nvSpPr>
        <p:spPr>
          <a:xfrm>
            <a:off x="10580251" y="15997953"/>
            <a:ext cx="3582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50" kern="0" dirty="0">
                <a:solidFill>
                  <a:srgbClr val="4E7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25" dirty="0"/>
          </a:p>
        </p:txBody>
      </p:sp>
      <p:pic>
        <p:nvPicPr>
          <p:cNvPr id="12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8690" y="16467534"/>
            <a:ext cx="247650" cy="247650"/>
          </a:xfrm>
          <a:prstGeom prst="rect">
            <a:avLst/>
          </a:prstGeom>
        </p:spPr>
      </p:pic>
      <p:sp>
        <p:nvSpPr>
          <p:cNvPr id="122" name="Text 101"/>
          <p:cNvSpPr/>
          <p:nvPr/>
        </p:nvSpPr>
        <p:spPr>
          <a:xfrm>
            <a:off x="1329690" y="16522303"/>
            <a:ext cx="9898357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8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sign-up form</a:t>
            </a:r>
            <a:endParaRPr lang="en-US" sz="1088" dirty="0"/>
          </a:p>
        </p:txBody>
      </p:sp>
      <p:sp>
        <p:nvSpPr>
          <p:cNvPr id="123" name="Shape 102"/>
          <p:cNvSpPr/>
          <p:nvPr/>
        </p:nvSpPr>
        <p:spPr>
          <a:xfrm>
            <a:off x="10461546" y="16481822"/>
            <a:ext cx="515064" cy="219075"/>
          </a:xfrm>
          <a:prstGeom prst="roundRect">
            <a:avLst>
              <a:gd name="adj" fmla="val 50000"/>
            </a:avLst>
          </a:prstGeom>
          <a:solidFill>
            <a:srgbClr val="E6F0E6"/>
          </a:solidFill>
          <a:ln/>
        </p:spPr>
      </p:sp>
      <p:sp>
        <p:nvSpPr>
          <p:cNvPr id="124" name="Text 103"/>
          <p:cNvSpPr/>
          <p:nvPr/>
        </p:nvSpPr>
        <p:spPr>
          <a:xfrm>
            <a:off x="10575846" y="16538972"/>
            <a:ext cx="36266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5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825" dirty="0"/>
          </a:p>
        </p:txBody>
      </p:sp>
      <p:sp>
        <p:nvSpPr>
          <p:cNvPr id="125" name="Shape 104"/>
          <p:cNvSpPr/>
          <p:nvPr/>
        </p:nvSpPr>
        <p:spPr>
          <a:xfrm>
            <a:off x="342900" y="17463849"/>
            <a:ext cx="6212681" cy="3922395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sp>
        <p:nvSpPr>
          <p:cNvPr id="126" name="Text 105"/>
          <p:cNvSpPr/>
          <p:nvPr/>
        </p:nvSpPr>
        <p:spPr>
          <a:xfrm>
            <a:off x="674370" y="17776270"/>
            <a:ext cx="610471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825" dirty="0"/>
          </a:p>
        </p:txBody>
      </p:sp>
      <p:sp>
        <p:nvSpPr>
          <p:cNvPr id="127" name="Text 106"/>
          <p:cNvSpPr/>
          <p:nvPr/>
        </p:nvSpPr>
        <p:spPr>
          <a:xfrm>
            <a:off x="674370" y="17957245"/>
            <a:ext cx="6104716" cy="26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Specifications</a:t>
            </a:r>
            <a:endParaRPr lang="en-US" sz="1650" dirty="0"/>
          </a:p>
        </p:txBody>
      </p:sp>
      <p:sp>
        <p:nvSpPr>
          <p:cNvPr id="128" name="Shape 107"/>
          <p:cNvSpPr/>
          <p:nvPr/>
        </p:nvSpPr>
        <p:spPr>
          <a:xfrm>
            <a:off x="674370" y="18378249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5393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29" name="Text 108"/>
          <p:cNvSpPr/>
          <p:nvPr/>
        </p:nvSpPr>
        <p:spPr>
          <a:xfrm>
            <a:off x="1169670" y="18492549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Red</a:t>
            </a:r>
            <a:endParaRPr lang="en-US" sz="1050" dirty="0"/>
          </a:p>
        </p:txBody>
      </p:sp>
      <p:sp>
        <p:nvSpPr>
          <p:cNvPr id="130" name="Text 109"/>
          <p:cNvSpPr/>
          <p:nvPr/>
        </p:nvSpPr>
        <p:spPr>
          <a:xfrm>
            <a:off x="2426970" y="18497312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#E53935</a:t>
            </a:r>
            <a:endParaRPr lang="en-US" sz="975" dirty="0"/>
          </a:p>
        </p:txBody>
      </p:sp>
      <p:sp>
        <p:nvSpPr>
          <p:cNvPr id="131" name="Text 110"/>
          <p:cNvSpPr/>
          <p:nvPr/>
        </p:nvSpPr>
        <p:spPr>
          <a:xfrm>
            <a:off x="3303270" y="18478738"/>
            <a:ext cx="964168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Passion, energy</a:t>
            </a:r>
            <a:endParaRPr lang="en-US" sz="975" dirty="0"/>
          </a:p>
        </p:txBody>
      </p:sp>
      <p:sp>
        <p:nvSpPr>
          <p:cNvPr id="132" name="Shape 111"/>
          <p:cNvSpPr/>
          <p:nvPr/>
        </p:nvSpPr>
        <p:spPr>
          <a:xfrm>
            <a:off x="674370" y="18844974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FB8C00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33" name="Text 112"/>
          <p:cNvSpPr/>
          <p:nvPr/>
        </p:nvSpPr>
        <p:spPr>
          <a:xfrm>
            <a:off x="1169670" y="18959274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Orange</a:t>
            </a:r>
            <a:endParaRPr lang="en-US" sz="1050" dirty="0"/>
          </a:p>
        </p:txBody>
      </p:sp>
      <p:sp>
        <p:nvSpPr>
          <p:cNvPr id="134" name="Text 113"/>
          <p:cNvSpPr/>
          <p:nvPr/>
        </p:nvSpPr>
        <p:spPr>
          <a:xfrm>
            <a:off x="2426970" y="18964037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#FB8C00</a:t>
            </a:r>
            <a:endParaRPr lang="en-US" sz="975" dirty="0"/>
          </a:p>
        </p:txBody>
      </p:sp>
      <p:sp>
        <p:nvSpPr>
          <p:cNvPr id="135" name="Text 114"/>
          <p:cNvSpPr/>
          <p:nvPr/>
        </p:nvSpPr>
        <p:spPr>
          <a:xfrm>
            <a:off x="3303270" y="18945463"/>
            <a:ext cx="1062395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Warmth, creativity</a:t>
            </a:r>
            <a:endParaRPr lang="en-US" sz="975" dirty="0"/>
          </a:p>
        </p:txBody>
      </p:sp>
      <p:sp>
        <p:nvSpPr>
          <p:cNvPr id="136" name="Shape 115"/>
          <p:cNvSpPr/>
          <p:nvPr/>
        </p:nvSpPr>
        <p:spPr>
          <a:xfrm>
            <a:off x="674370" y="19311699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FDD83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37" name="Text 116"/>
          <p:cNvSpPr/>
          <p:nvPr/>
        </p:nvSpPr>
        <p:spPr>
          <a:xfrm>
            <a:off x="1169670" y="19425999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Yellow</a:t>
            </a:r>
            <a:endParaRPr lang="en-US" sz="1050" dirty="0"/>
          </a:p>
        </p:txBody>
      </p:sp>
      <p:sp>
        <p:nvSpPr>
          <p:cNvPr id="138" name="Text 117"/>
          <p:cNvSpPr/>
          <p:nvPr/>
        </p:nvSpPr>
        <p:spPr>
          <a:xfrm>
            <a:off x="2426970" y="19430762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#FDD835</a:t>
            </a:r>
            <a:endParaRPr lang="en-US" sz="975" dirty="0"/>
          </a:p>
        </p:txBody>
      </p:sp>
      <p:sp>
        <p:nvSpPr>
          <p:cNvPr id="139" name="Text 118"/>
          <p:cNvSpPr/>
          <p:nvPr/>
        </p:nvSpPr>
        <p:spPr>
          <a:xfrm>
            <a:off x="3303270" y="19412188"/>
            <a:ext cx="908923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optimism</a:t>
            </a:r>
            <a:endParaRPr lang="en-US" sz="975" dirty="0"/>
          </a:p>
        </p:txBody>
      </p:sp>
      <p:sp>
        <p:nvSpPr>
          <p:cNvPr id="140" name="Shape 119"/>
          <p:cNvSpPr/>
          <p:nvPr/>
        </p:nvSpPr>
        <p:spPr>
          <a:xfrm>
            <a:off x="674370" y="1977842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7CB342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41" name="Text 120"/>
          <p:cNvSpPr/>
          <p:nvPr/>
        </p:nvSpPr>
        <p:spPr>
          <a:xfrm>
            <a:off x="1169670" y="19892725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Green</a:t>
            </a:r>
            <a:endParaRPr lang="en-US" sz="1050" dirty="0"/>
          </a:p>
        </p:txBody>
      </p:sp>
      <p:sp>
        <p:nvSpPr>
          <p:cNvPr id="142" name="Text 121"/>
          <p:cNvSpPr/>
          <p:nvPr/>
        </p:nvSpPr>
        <p:spPr>
          <a:xfrm>
            <a:off x="2426970" y="19897488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#7CB342</a:t>
            </a:r>
            <a:endParaRPr lang="en-US" sz="975" dirty="0"/>
          </a:p>
        </p:txBody>
      </p:sp>
      <p:sp>
        <p:nvSpPr>
          <p:cNvPr id="143" name="Text 122"/>
          <p:cNvSpPr/>
          <p:nvPr/>
        </p:nvSpPr>
        <p:spPr>
          <a:xfrm>
            <a:off x="3303270" y="19878915"/>
            <a:ext cx="1025962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harmony</a:t>
            </a:r>
            <a:endParaRPr lang="en-US" sz="975" dirty="0"/>
          </a:p>
        </p:txBody>
      </p:sp>
      <p:sp>
        <p:nvSpPr>
          <p:cNvPr id="144" name="Shape 123"/>
          <p:cNvSpPr/>
          <p:nvPr/>
        </p:nvSpPr>
        <p:spPr>
          <a:xfrm>
            <a:off x="674370" y="202451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E88E5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45" name="Text 124"/>
          <p:cNvSpPr/>
          <p:nvPr/>
        </p:nvSpPr>
        <p:spPr>
          <a:xfrm>
            <a:off x="1169670" y="20359450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Blue</a:t>
            </a:r>
            <a:endParaRPr lang="en-US" sz="1050" dirty="0"/>
          </a:p>
        </p:txBody>
      </p:sp>
      <p:sp>
        <p:nvSpPr>
          <p:cNvPr id="146" name="Text 125"/>
          <p:cNvSpPr/>
          <p:nvPr/>
        </p:nvSpPr>
        <p:spPr>
          <a:xfrm>
            <a:off x="2426970" y="20364213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#1E88E5</a:t>
            </a:r>
            <a:endParaRPr lang="en-US" sz="975" dirty="0"/>
          </a:p>
        </p:txBody>
      </p:sp>
      <p:sp>
        <p:nvSpPr>
          <p:cNvPr id="147" name="Text 126"/>
          <p:cNvSpPr/>
          <p:nvPr/>
        </p:nvSpPr>
        <p:spPr>
          <a:xfrm>
            <a:off x="3303270" y="20345640"/>
            <a:ext cx="936427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reflection</a:t>
            </a:r>
            <a:endParaRPr lang="en-US" sz="975" dirty="0"/>
          </a:p>
        </p:txBody>
      </p:sp>
      <p:sp>
        <p:nvSpPr>
          <p:cNvPr id="148" name="Shape 127"/>
          <p:cNvSpPr/>
          <p:nvPr/>
        </p:nvSpPr>
        <p:spPr>
          <a:xfrm>
            <a:off x="674370" y="207118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212121"/>
          </a:solidFill>
          <a:ln w="7620">
            <a:solidFill>
              <a:srgbClr val="212121">
                <a:alpha val="8000"/>
              </a:srgbClr>
            </a:solidFill>
            <a:prstDash val="solid"/>
          </a:ln>
        </p:spPr>
      </p:sp>
      <p:sp>
        <p:nvSpPr>
          <p:cNvPr id="149" name="Text 128"/>
          <p:cNvSpPr/>
          <p:nvPr/>
        </p:nvSpPr>
        <p:spPr>
          <a:xfrm>
            <a:off x="1169670" y="20826175"/>
            <a:ext cx="12001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</a:t>
            </a:r>
            <a:endParaRPr lang="en-US" sz="1050" dirty="0"/>
          </a:p>
        </p:txBody>
      </p:sp>
      <p:sp>
        <p:nvSpPr>
          <p:cNvPr id="150" name="Text 129"/>
          <p:cNvSpPr/>
          <p:nvPr/>
        </p:nvSpPr>
        <p:spPr>
          <a:xfrm>
            <a:off x="2426970" y="20830938"/>
            <a:ext cx="8191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20" kern="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#212121</a:t>
            </a:r>
            <a:endParaRPr lang="en-US" sz="975" dirty="0"/>
          </a:p>
        </p:txBody>
      </p:sp>
      <p:sp>
        <p:nvSpPr>
          <p:cNvPr id="151" name="Text 130"/>
          <p:cNvSpPr/>
          <p:nvPr/>
        </p:nvSpPr>
        <p:spPr>
          <a:xfrm>
            <a:off x="3303270" y="20812365"/>
            <a:ext cx="1177528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Strength, readability</a:t>
            </a:r>
            <a:endParaRPr lang="en-US" sz="975" dirty="0"/>
          </a:p>
        </p:txBody>
      </p:sp>
      <p:sp>
        <p:nvSpPr>
          <p:cNvPr id="152" name="Shape 131"/>
          <p:cNvSpPr/>
          <p:nvPr/>
        </p:nvSpPr>
        <p:spPr>
          <a:xfrm>
            <a:off x="6803231" y="17463849"/>
            <a:ext cx="4779169" cy="3922395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7620">
            <a:solidFill>
              <a:srgbClr val="E7E3D8"/>
            </a:solidFill>
            <a:prstDash val="solid"/>
          </a:ln>
          <a:effectLst>
            <a:outerShdw sx="100000" sy="100000" kx="0" ky="0" algn="bl" rotWithShape="0" blurRad="19050" dist="9525" dir="5400000">
              <a:srgbClr val="212121">
                <a:alpha val="4000"/>
              </a:srgbClr>
            </a:outerShdw>
          </a:effectLst>
        </p:spPr>
      </p:sp>
      <p:sp>
        <p:nvSpPr>
          <p:cNvPr id="153" name="Text 132"/>
          <p:cNvSpPr/>
          <p:nvPr/>
        </p:nvSpPr>
        <p:spPr>
          <a:xfrm>
            <a:off x="7134701" y="17776270"/>
            <a:ext cx="452785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49" kern="0" dirty="0">
                <a:solidFill>
                  <a:srgbClr val="9A9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25" dirty="0"/>
          </a:p>
        </p:txBody>
      </p:sp>
      <p:sp>
        <p:nvSpPr>
          <p:cNvPr id="154" name="Text 133"/>
          <p:cNvSpPr/>
          <p:nvPr/>
        </p:nvSpPr>
        <p:spPr>
          <a:xfrm>
            <a:off x="7134701" y="17957245"/>
            <a:ext cx="4527852" cy="26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650" dirty="0"/>
          </a:p>
        </p:txBody>
      </p:sp>
      <p:sp>
        <p:nvSpPr>
          <p:cNvPr id="155" name="Shape 134"/>
          <p:cNvSpPr/>
          <p:nvPr/>
        </p:nvSpPr>
        <p:spPr>
          <a:xfrm>
            <a:off x="7134701" y="19555539"/>
            <a:ext cx="4116229" cy="9525"/>
          </a:xfrm>
          <a:prstGeom prst="rect">
            <a:avLst/>
          </a:prstGeom>
          <a:solidFill>
            <a:srgbClr val="ECE7DB"/>
          </a:solidFill>
          <a:ln/>
        </p:spPr>
      </p:sp>
      <p:sp>
        <p:nvSpPr>
          <p:cNvPr id="156" name="Text 135"/>
          <p:cNvSpPr/>
          <p:nvPr/>
        </p:nvSpPr>
        <p:spPr>
          <a:xfrm>
            <a:off x="7134701" y="18378249"/>
            <a:ext cx="452785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39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· EB Garamond</a:t>
            </a:r>
            <a:endParaRPr lang="en-US" sz="975" dirty="0"/>
          </a:p>
        </p:txBody>
      </p:sp>
      <p:sp>
        <p:nvSpPr>
          <p:cNvPr id="157" name="Text 136"/>
          <p:cNvSpPr/>
          <p:nvPr/>
        </p:nvSpPr>
        <p:spPr>
          <a:xfrm>
            <a:off x="7134701" y="18578274"/>
            <a:ext cx="45278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 Bb Cc</a:t>
            </a:r>
            <a:endParaRPr lang="en-US" sz="2550" dirty="0"/>
          </a:p>
        </p:txBody>
      </p:sp>
      <p:sp>
        <p:nvSpPr>
          <p:cNvPr id="158" name="Text 137"/>
          <p:cNvSpPr/>
          <p:nvPr/>
        </p:nvSpPr>
        <p:spPr>
          <a:xfrm>
            <a:off x="7134701" y="18959274"/>
            <a:ext cx="452785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 &amp; dignity — headings, wordmark.</a:t>
            </a:r>
            <a:endParaRPr lang="en-US" sz="1050" dirty="0"/>
          </a:p>
        </p:txBody>
      </p:sp>
      <p:sp>
        <p:nvSpPr>
          <p:cNvPr id="159" name="Text 138"/>
          <p:cNvSpPr/>
          <p:nvPr/>
        </p:nvSpPr>
        <p:spPr>
          <a:xfrm>
            <a:off x="7134701" y="19184065"/>
            <a:ext cx="45278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i="1" dirty="0">
                <a:solidFill>
                  <a:srgbClr val="9A95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spiritual home where all are welcome.”</a:t>
            </a:r>
            <a:endParaRPr lang="en-US" sz="1125" dirty="0"/>
          </a:p>
        </p:txBody>
      </p:sp>
      <p:sp>
        <p:nvSpPr>
          <p:cNvPr id="160" name="Text 139"/>
          <p:cNvSpPr/>
          <p:nvPr/>
        </p:nvSpPr>
        <p:spPr>
          <a:xfrm>
            <a:off x="7134701" y="19734609"/>
            <a:ext cx="452785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39" kern="0" dirty="0">
                <a:solidFill>
                  <a:srgbClr val="7CB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· Source Sans 3</a:t>
            </a:r>
            <a:endParaRPr lang="en-US" sz="975" dirty="0"/>
          </a:p>
        </p:txBody>
      </p:sp>
      <p:sp>
        <p:nvSpPr>
          <p:cNvPr id="161" name="Text 140"/>
          <p:cNvSpPr/>
          <p:nvPr/>
        </p:nvSpPr>
        <p:spPr>
          <a:xfrm>
            <a:off x="7134701" y="19934634"/>
            <a:ext cx="45278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</a:t>
            </a:r>
            <a:endParaRPr lang="en-US" sz="2100" dirty="0"/>
          </a:p>
        </p:txBody>
      </p:sp>
      <p:sp>
        <p:nvSpPr>
          <p:cNvPr id="162" name="Text 141"/>
          <p:cNvSpPr/>
          <p:nvPr/>
        </p:nvSpPr>
        <p:spPr>
          <a:xfrm>
            <a:off x="7134701" y="20258484"/>
            <a:ext cx="452785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&amp; readable — body, UI, labels.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2026-06-16T01:07:41Z</dcterms:created>
  <dcterms:modified xsi:type="dcterms:W3CDTF">2026-06-16T01:07:41Z</dcterms:modified>
</cp:coreProperties>
</file>